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63" r:id="rId5"/>
    <p:sldId id="258" r:id="rId6"/>
    <p:sldId id="264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F120E4-485A-4B6F-94A8-31148A024326}" v="5" dt="2025-08-28T03:29:36.032"/>
    <p1510:client id="{9DF66368-B91F-9C27-C6F9-DCED08700600}" v="22" dt="2025-08-27T15:36:32.901"/>
    <p1510:client id="{B20A637D-0C8E-1725-CB4D-3D8BE8772111}" v="4" dt="2025-08-27T17:08:00.204"/>
    <p1510:client id="{FAFC9100-E461-3D27-8DBD-B51177F44A6F}" v="8" dt="2025-08-27T15:25:43.097"/>
    <p1510:client id="{FE616965-B25E-1178-51B0-5521C4EB28B9}" v="55" dt="2025-08-28T03:21:31.6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FE616965-B25E-1178-51B0-5521C4EB28B9}"/>
    <pc:docChg chg="modSld">
      <pc:chgData name="Guest User" userId="" providerId="Windows Live" clId="Web-{FE616965-B25E-1178-51B0-5521C4EB28B9}" dt="2025-08-28T03:21:31.687" v="61" actId="20577"/>
      <pc:docMkLst>
        <pc:docMk/>
      </pc:docMkLst>
      <pc:sldChg chg="modSp">
        <pc:chgData name="Guest User" userId="" providerId="Windows Live" clId="Web-{FE616965-B25E-1178-51B0-5521C4EB28B9}" dt="2025-08-28T03:21:31.687" v="61" actId="20577"/>
        <pc:sldMkLst>
          <pc:docMk/>
          <pc:sldMk cId="1368034452" sldId="258"/>
        </pc:sldMkLst>
        <pc:spChg chg="mod">
          <ac:chgData name="Guest User" userId="" providerId="Windows Live" clId="Web-{FE616965-B25E-1178-51B0-5521C4EB28B9}" dt="2025-08-28T03:21:31.687" v="61" actId="20577"/>
          <ac:spMkLst>
            <pc:docMk/>
            <pc:sldMk cId="1368034452" sldId="258"/>
            <ac:spMk id="3" creationId="{314EABD8-0394-F902-CA35-1B752746DE90}"/>
          </ac:spMkLst>
        </pc:spChg>
      </pc:sldChg>
    </pc:docChg>
  </pc:docChgLst>
  <pc:docChgLst>
    <pc:chgData name="Guest User" providerId="Windows Live" clId="Web-{FAFC9100-E461-3D27-8DBD-B51177F44A6F}"/>
    <pc:docChg chg="modSld">
      <pc:chgData name="Guest User" userId="" providerId="Windows Live" clId="Web-{FAFC9100-E461-3D27-8DBD-B51177F44A6F}" dt="2025-08-27T15:25:43.097" v="10" actId="20577"/>
      <pc:docMkLst>
        <pc:docMk/>
      </pc:docMkLst>
      <pc:sldChg chg="modSp">
        <pc:chgData name="Guest User" userId="" providerId="Windows Live" clId="Web-{FAFC9100-E461-3D27-8DBD-B51177F44A6F}" dt="2025-08-27T15:03:50.214" v="1" actId="20577"/>
        <pc:sldMkLst>
          <pc:docMk/>
          <pc:sldMk cId="1368034452" sldId="258"/>
        </pc:sldMkLst>
        <pc:spChg chg="mod">
          <ac:chgData name="Guest User" userId="" providerId="Windows Live" clId="Web-{FAFC9100-E461-3D27-8DBD-B51177F44A6F}" dt="2025-08-27T15:03:50.214" v="1" actId="20577"/>
          <ac:spMkLst>
            <pc:docMk/>
            <pc:sldMk cId="1368034452" sldId="258"/>
            <ac:spMk id="3" creationId="{314EABD8-0394-F902-CA35-1B752746DE90}"/>
          </ac:spMkLst>
        </pc:spChg>
      </pc:sldChg>
      <pc:sldChg chg="modSp">
        <pc:chgData name="Guest User" userId="" providerId="Windows Live" clId="Web-{FAFC9100-E461-3D27-8DBD-B51177F44A6F}" dt="2025-08-27T15:25:43.097" v="10" actId="20577"/>
        <pc:sldMkLst>
          <pc:docMk/>
          <pc:sldMk cId="3969942955" sldId="260"/>
        </pc:sldMkLst>
        <pc:spChg chg="mod">
          <ac:chgData name="Guest User" userId="" providerId="Windows Live" clId="Web-{FAFC9100-E461-3D27-8DBD-B51177F44A6F}" dt="2025-08-27T15:25:43.097" v="10" actId="20577"/>
          <ac:spMkLst>
            <pc:docMk/>
            <pc:sldMk cId="3969942955" sldId="260"/>
            <ac:spMk id="3" creationId="{9063F308-E7E8-EB1D-2C24-034028031132}"/>
          </ac:spMkLst>
        </pc:spChg>
      </pc:sldChg>
    </pc:docChg>
  </pc:docChgLst>
  <pc:docChgLst>
    <pc:chgData name="Guest User" providerId="Windows Live" clId="Web-{9DF66368-B91F-9C27-C6F9-DCED08700600}"/>
    <pc:docChg chg="delSld modSld">
      <pc:chgData name="Guest User" userId="" providerId="Windows Live" clId="Web-{9DF66368-B91F-9C27-C6F9-DCED08700600}" dt="2025-08-27T15:36:32.917" v="28" actId="20577"/>
      <pc:docMkLst>
        <pc:docMk/>
      </pc:docMkLst>
      <pc:sldChg chg="modSp">
        <pc:chgData name="Guest User" userId="" providerId="Windows Live" clId="Web-{9DF66368-B91F-9C27-C6F9-DCED08700600}" dt="2025-08-27T15:36:32.917" v="28" actId="20577"/>
        <pc:sldMkLst>
          <pc:docMk/>
          <pc:sldMk cId="1368034452" sldId="258"/>
        </pc:sldMkLst>
        <pc:spChg chg="mod">
          <ac:chgData name="Guest User" userId="" providerId="Windows Live" clId="Web-{9DF66368-B91F-9C27-C6F9-DCED08700600}" dt="2025-08-27T15:36:32.917" v="28" actId="20577"/>
          <ac:spMkLst>
            <pc:docMk/>
            <pc:sldMk cId="1368034452" sldId="258"/>
            <ac:spMk id="3" creationId="{314EABD8-0394-F902-CA35-1B752746DE90}"/>
          </ac:spMkLst>
        </pc:spChg>
      </pc:sldChg>
      <pc:sldChg chg="delSp modSp del">
        <pc:chgData name="Guest User" userId="" providerId="Windows Live" clId="Web-{9DF66368-B91F-9C27-C6F9-DCED08700600}" dt="2025-08-27T15:33:13.306" v="21"/>
        <pc:sldMkLst>
          <pc:docMk/>
          <pc:sldMk cId="1738109319" sldId="259"/>
        </pc:sldMkLst>
        <pc:spChg chg="del mod">
          <ac:chgData name="Guest User" userId="" providerId="Windows Live" clId="Web-{9DF66368-B91F-9C27-C6F9-DCED08700600}" dt="2025-08-27T15:32:36.696" v="2"/>
          <ac:spMkLst>
            <pc:docMk/>
            <pc:sldMk cId="1738109319" sldId="259"/>
            <ac:spMk id="5" creationId="{C17F9DA2-2F81-4724-0BEF-6D79B3BD3FA1}"/>
          </ac:spMkLst>
        </pc:spChg>
      </pc:sldChg>
    </pc:docChg>
  </pc:docChgLst>
  <pc:docChgLst>
    <pc:chgData name="Nayan Dobariya" userId="37755f9bc8f32579" providerId="LiveId" clId="{2BF120E4-485A-4B6F-94A8-31148A024326}"/>
    <pc:docChg chg="custSel addSld delSld modSld sldOrd">
      <pc:chgData name="Nayan Dobariya" userId="37755f9bc8f32579" providerId="LiveId" clId="{2BF120E4-485A-4B6F-94A8-31148A024326}" dt="2025-08-28T03:29:36.033" v="162" actId="2696"/>
      <pc:docMkLst>
        <pc:docMk/>
      </pc:docMkLst>
      <pc:sldChg chg="modSp mod">
        <pc:chgData name="Nayan Dobariya" userId="37755f9bc8f32579" providerId="LiveId" clId="{2BF120E4-485A-4B6F-94A8-31148A024326}" dt="2025-08-27T12:40:24.300" v="145" actId="20577"/>
        <pc:sldMkLst>
          <pc:docMk/>
          <pc:sldMk cId="658840486" sldId="257"/>
        </pc:sldMkLst>
        <pc:spChg chg="mod">
          <ac:chgData name="Nayan Dobariya" userId="37755f9bc8f32579" providerId="LiveId" clId="{2BF120E4-485A-4B6F-94A8-31148A024326}" dt="2025-08-27T12:40:24.300" v="145" actId="20577"/>
          <ac:spMkLst>
            <pc:docMk/>
            <pc:sldMk cId="658840486" sldId="257"/>
            <ac:spMk id="3" creationId="{AB0879E8-3897-15CA-7EB7-6988A29C6EF1}"/>
          </ac:spMkLst>
        </pc:spChg>
      </pc:sldChg>
      <pc:sldChg chg="modSp mod">
        <pc:chgData name="Nayan Dobariya" userId="37755f9bc8f32579" providerId="LiveId" clId="{2BF120E4-485A-4B6F-94A8-31148A024326}" dt="2025-08-27T14:23:52.673" v="160" actId="27636"/>
        <pc:sldMkLst>
          <pc:docMk/>
          <pc:sldMk cId="1368034452" sldId="258"/>
        </pc:sldMkLst>
        <pc:spChg chg="mod">
          <ac:chgData name="Nayan Dobariya" userId="37755f9bc8f32579" providerId="LiveId" clId="{2BF120E4-485A-4B6F-94A8-31148A024326}" dt="2025-08-27T12:51:54.162" v="151" actId="20577"/>
          <ac:spMkLst>
            <pc:docMk/>
            <pc:sldMk cId="1368034452" sldId="258"/>
            <ac:spMk id="2" creationId="{4ABEBF2D-4F85-BA18-CDA7-E34404494903}"/>
          </ac:spMkLst>
        </pc:spChg>
        <pc:spChg chg="mod">
          <ac:chgData name="Nayan Dobariya" userId="37755f9bc8f32579" providerId="LiveId" clId="{2BF120E4-485A-4B6F-94A8-31148A024326}" dt="2025-08-27T14:23:52.673" v="160" actId="27636"/>
          <ac:spMkLst>
            <pc:docMk/>
            <pc:sldMk cId="1368034452" sldId="258"/>
            <ac:spMk id="3" creationId="{314EABD8-0394-F902-CA35-1B752746DE90}"/>
          </ac:spMkLst>
        </pc:spChg>
      </pc:sldChg>
      <pc:sldChg chg="modSp mod">
        <pc:chgData name="Nayan Dobariya" userId="37755f9bc8f32579" providerId="LiveId" clId="{2BF120E4-485A-4B6F-94A8-31148A024326}" dt="2025-08-27T12:53:15.834" v="156" actId="5793"/>
        <pc:sldMkLst>
          <pc:docMk/>
          <pc:sldMk cId="3969942955" sldId="260"/>
        </pc:sldMkLst>
        <pc:spChg chg="mod">
          <ac:chgData name="Nayan Dobariya" userId="37755f9bc8f32579" providerId="LiveId" clId="{2BF120E4-485A-4B6F-94A8-31148A024326}" dt="2025-08-27T12:53:06.349" v="155" actId="20577"/>
          <ac:spMkLst>
            <pc:docMk/>
            <pc:sldMk cId="3969942955" sldId="260"/>
            <ac:spMk id="2" creationId="{EA5C08D7-2571-426E-711D-9B605FBC0E87}"/>
          </ac:spMkLst>
        </pc:spChg>
        <pc:spChg chg="mod">
          <ac:chgData name="Nayan Dobariya" userId="37755f9bc8f32579" providerId="LiveId" clId="{2BF120E4-485A-4B6F-94A8-31148A024326}" dt="2025-08-27T12:53:15.834" v="156" actId="5793"/>
          <ac:spMkLst>
            <pc:docMk/>
            <pc:sldMk cId="3969942955" sldId="260"/>
            <ac:spMk id="3" creationId="{9063F308-E7E8-EB1D-2C24-034028031132}"/>
          </ac:spMkLst>
        </pc:spChg>
      </pc:sldChg>
      <pc:sldChg chg="modSp mod">
        <pc:chgData name="Nayan Dobariya" userId="37755f9bc8f32579" providerId="LiveId" clId="{2BF120E4-485A-4B6F-94A8-31148A024326}" dt="2025-08-27T11:27:59.600" v="110" actId="5793"/>
        <pc:sldMkLst>
          <pc:docMk/>
          <pc:sldMk cId="3980677639" sldId="261"/>
        </pc:sldMkLst>
        <pc:spChg chg="mod">
          <ac:chgData name="Nayan Dobariya" userId="37755f9bc8f32579" providerId="LiveId" clId="{2BF120E4-485A-4B6F-94A8-31148A024326}" dt="2025-08-27T11:27:59.600" v="110" actId="5793"/>
          <ac:spMkLst>
            <pc:docMk/>
            <pc:sldMk cId="3980677639" sldId="261"/>
            <ac:spMk id="3" creationId="{4B0AFB80-EB56-F19A-1C04-467681436B77}"/>
          </ac:spMkLst>
        </pc:spChg>
      </pc:sldChg>
      <pc:sldChg chg="modSp new mod">
        <pc:chgData name="Nayan Dobariya" userId="37755f9bc8f32579" providerId="LiveId" clId="{2BF120E4-485A-4B6F-94A8-31148A024326}" dt="2025-08-27T12:07:45.487" v="138" actId="5793"/>
        <pc:sldMkLst>
          <pc:docMk/>
          <pc:sldMk cId="2591977100" sldId="262"/>
        </pc:sldMkLst>
        <pc:spChg chg="mod">
          <ac:chgData name="Nayan Dobariya" userId="37755f9bc8f32579" providerId="LiveId" clId="{2BF120E4-485A-4B6F-94A8-31148A024326}" dt="2025-08-27T12:07:45.487" v="138" actId="5793"/>
          <ac:spMkLst>
            <pc:docMk/>
            <pc:sldMk cId="2591977100" sldId="262"/>
            <ac:spMk id="3" creationId="{819584CA-3DA1-8EC0-1E38-D8A3771A5BA0}"/>
          </ac:spMkLst>
        </pc:spChg>
      </pc:sldChg>
      <pc:sldChg chg="modSp new mod">
        <pc:chgData name="Nayan Dobariya" userId="37755f9bc8f32579" providerId="LiveId" clId="{2BF120E4-485A-4B6F-94A8-31148A024326}" dt="2025-08-27T11:29:31.516" v="134" actId="5793"/>
        <pc:sldMkLst>
          <pc:docMk/>
          <pc:sldMk cId="377224859" sldId="263"/>
        </pc:sldMkLst>
        <pc:spChg chg="mod">
          <ac:chgData name="Nayan Dobariya" userId="37755f9bc8f32579" providerId="LiveId" clId="{2BF120E4-485A-4B6F-94A8-31148A024326}" dt="2025-08-27T11:29:31.516" v="134" actId="5793"/>
          <ac:spMkLst>
            <pc:docMk/>
            <pc:sldMk cId="377224859" sldId="263"/>
            <ac:spMk id="3" creationId="{E71566EE-2689-DD6D-B855-6F37950946E0}"/>
          </ac:spMkLst>
        </pc:spChg>
      </pc:sldChg>
      <pc:sldChg chg="modSp new mod ord">
        <pc:chgData name="Nayan Dobariya" userId="37755f9bc8f32579" providerId="LiveId" clId="{2BF120E4-485A-4B6F-94A8-31148A024326}" dt="2025-08-27T11:28:54.696" v="123" actId="5793"/>
        <pc:sldMkLst>
          <pc:docMk/>
          <pc:sldMk cId="83390030" sldId="264"/>
        </pc:sldMkLst>
        <pc:spChg chg="mod">
          <ac:chgData name="Nayan Dobariya" userId="37755f9bc8f32579" providerId="LiveId" clId="{2BF120E4-485A-4B6F-94A8-31148A024326}" dt="2025-08-27T11:28:54.696" v="123" actId="5793"/>
          <ac:spMkLst>
            <pc:docMk/>
            <pc:sldMk cId="83390030" sldId="264"/>
            <ac:spMk id="3" creationId="{4FCCEA12-7129-CD75-4F81-471B54AD907A}"/>
          </ac:spMkLst>
        </pc:spChg>
      </pc:sldChg>
      <pc:sldChg chg="new del">
        <pc:chgData name="Nayan Dobariya" userId="37755f9bc8f32579" providerId="LiveId" clId="{2BF120E4-485A-4B6F-94A8-31148A024326}" dt="2025-08-28T03:29:36.033" v="162" actId="2696"/>
        <pc:sldMkLst>
          <pc:docMk/>
          <pc:sldMk cId="2123256177" sldId="265"/>
        </pc:sldMkLst>
      </pc:sldChg>
    </pc:docChg>
  </pc:docChgLst>
  <pc:docChgLst>
    <pc:chgData name="Guest User" providerId="Windows Live" clId="Web-{B20A637D-0C8E-1725-CB4D-3D8BE8772111}"/>
    <pc:docChg chg="modSld">
      <pc:chgData name="Guest User" userId="" providerId="Windows Live" clId="Web-{B20A637D-0C8E-1725-CB4D-3D8BE8772111}" dt="2025-08-27T17:08:00.204" v="4" actId="20577"/>
      <pc:docMkLst>
        <pc:docMk/>
      </pc:docMkLst>
      <pc:sldChg chg="modSp">
        <pc:chgData name="Guest User" userId="" providerId="Windows Live" clId="Web-{B20A637D-0C8E-1725-CB4D-3D8BE8772111}" dt="2025-08-27T17:08:00.204" v="4" actId="20577"/>
        <pc:sldMkLst>
          <pc:docMk/>
          <pc:sldMk cId="1368034452" sldId="258"/>
        </pc:sldMkLst>
        <pc:spChg chg="mod">
          <ac:chgData name="Guest User" userId="" providerId="Windows Live" clId="Web-{B20A637D-0C8E-1725-CB4D-3D8BE8772111}" dt="2025-08-27T17:08:00.204" v="4" actId="20577"/>
          <ac:spMkLst>
            <pc:docMk/>
            <pc:sldMk cId="1368034452" sldId="258"/>
            <ac:spMk id="3" creationId="{314EABD8-0394-F902-CA35-1B752746DE9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8B273-EC14-CE32-65E0-A68E02395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E28436-3D5F-2D06-899D-955415E38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31F23-8F4C-7A2D-9760-002E3FB46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92CA-40F7-4171-8BC7-8E5731DCEC94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3DC99-82E2-DBE0-8B0E-75BC58A2D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23414-8F5B-8171-19F7-81C4E8A9E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F3A7C-8453-4AFD-9A39-EA01DCDE0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686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6AEB4-DBF2-1508-495E-A53E71C0C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C37B1-0652-CFC1-9EE5-E53AC7E24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A767E-1B59-549F-6B6C-2E057CF8B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92CA-40F7-4171-8BC7-8E5731DCEC94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2B614-283D-9543-DF02-3D0D69D5A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E376C-F0A1-35B2-E93D-7D499E215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F3A7C-8453-4AFD-9A39-EA01DCDE0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094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389A-4C76-C4BE-7DED-B288F7E25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54D9B-FDCD-4D8E-71B6-584DE31CE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1F850-0DB3-79FC-0A94-88ED4C27E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92CA-40F7-4171-8BC7-8E5731DCEC94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8E8BA-9293-3455-1139-6A7717A3F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5FDDD-E001-DB69-0DCF-CC530926A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F3A7C-8453-4AFD-9A39-EA01DCDE0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645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8C758-32D4-9F9A-E417-B0C9707EE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256E8-9B4E-0259-F6F3-88049BA9DD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FAD924-2D69-E993-22E7-ED30999EE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FADB8-813C-98A7-65B9-BF3917813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92CA-40F7-4171-8BC7-8E5731DCEC94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9389EF-30A1-A7A3-7B48-5D9F94CC6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E3F71-5CF8-55FB-2C48-2EFD46372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F3A7C-8453-4AFD-9A39-EA01DCDE0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688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CA455-244E-78D7-01AA-8434743D0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A96ED-59BF-D3E3-A67A-4311248FF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8EABF4-A380-75B2-4E96-BFFCC508E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B1C6AD-0208-D53E-3D53-CA6585C341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411878-4DBE-A03C-C6CC-F53DA5FE35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EF87AA-ACD3-6A2B-23A0-A8B66B2C4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92CA-40F7-4171-8BC7-8E5731DCEC94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D483A-84AA-6A9E-F572-0EB368C98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FAF1C3-2BB6-BD01-87CE-AF74505DD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F3A7C-8453-4AFD-9A39-EA01DCDE0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027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4099C-6744-CA43-C2EE-EAB75B313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4CB24-E6FD-F10D-026F-9810330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92CA-40F7-4171-8BC7-8E5731DCEC94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1BC13E-FBF2-A7EF-8521-94D1A839D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376C0-5A7D-6D57-D8C9-977F20CDE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F3A7C-8453-4AFD-9A39-EA01DCDE0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293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20661D-F760-BA67-D128-C780C189D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92CA-40F7-4171-8BC7-8E5731DCEC94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B67DB6-8757-5A94-21F3-E037A3556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34EA8-D6CE-37A6-4B91-065CB2C6D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F3A7C-8453-4AFD-9A39-EA01DCDE0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203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F43D3-A02E-E597-2F5A-44C51C941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87972-771E-3FC7-7AB0-C9F96473C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12A3C3-52B0-3591-B41D-D687F57493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71474-1B0F-E5F3-13C4-5968C32FD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92CA-40F7-4171-8BC7-8E5731DCEC94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FC4CA8-307E-0C95-59F3-1DE09804E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AD2191-259E-9AC2-A9C2-A49E3B2A7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F3A7C-8453-4AFD-9A39-EA01DCDE0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074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E213F-3F4C-A9EF-F53E-15B6023D5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A0463F-7163-81EF-0CFA-0E91AC3548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0B6AA2-631F-69C6-C07C-8E8FCE668A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AF2FC-3656-98F8-4B89-DA618530F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92CA-40F7-4171-8BC7-8E5731DCEC94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4DACD-5A7C-BA2B-CB9D-E612F8B43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FC38F6-D6E7-2E7C-5CD4-6647DA3DF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F3A7C-8453-4AFD-9A39-EA01DCDE0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476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CC437-B5BF-9F3E-3BBC-260AE5A08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F8C24D-8A7C-BFE8-3639-8948E0068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836A4-B835-2A40-C0D5-B906A4795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92CA-40F7-4171-8BC7-8E5731DCEC94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D3FFD-9CC8-B2A4-77F0-57D830DE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0C0AA-C0E6-F1FB-E51E-5CD63C930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F3A7C-8453-4AFD-9A39-EA01DCDE0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060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81B856-79F2-F019-5A3F-C700C8291A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FB2A6-A789-9826-59ED-839729185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356B5-B892-5E0C-8BEF-4725EC28D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92CA-40F7-4171-8BC7-8E5731DCEC94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49C-0FA9-87BD-650B-8D1167DB3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75657-8512-2944-2199-FFA5CC867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F3A7C-8453-4AFD-9A39-EA01DCDE0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886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4747A8-B855-561D-B4BE-5A28A79EB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E13A2-33C1-2E83-3545-EB88DBE9C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C3200-8618-C491-77BE-D670838409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8492CA-40F7-4171-8BC7-8E5731DCEC94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ADC06-507B-148E-1774-E633EA7FB6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F14BC-5ED9-172E-C6B9-A7F05E1EA3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1F3A7C-8453-4AFD-9A39-EA01DCDE0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970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3B407-369F-30A3-32AF-3A30ED1B2F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GROUP NO:-4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8A7F2-C111-ECBE-2082-AB44DD6DB7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550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430EC-891F-45FD-45FE-9FBA83402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584CA-3DA1-8EC0-1E38-D8A3771A5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3200"/>
              <a:t>NAME:-KARAD RAVI</a:t>
            </a:r>
          </a:p>
          <a:p>
            <a:pPr marL="0" indent="0" algn="ctr">
              <a:buNone/>
            </a:pPr>
            <a:r>
              <a:rPr lang="en-US" sz="3200"/>
              <a:t>ROLL NO:-3</a:t>
            </a:r>
          </a:p>
          <a:p>
            <a:pPr marL="0" indent="0" algn="ctr">
              <a:buNone/>
            </a:pPr>
            <a:r>
              <a:rPr lang="en-US" sz="3200"/>
              <a:t>DIV:-B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977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C236C-1F16-0A5F-2300-2C8759BD4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879E8-3897-15CA-7EB7-6988A29C6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1)Write Linux commands to create a new directory students, go inside it using cd, and then create 5 empty files with names s1.txt to s5.txt.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err="1"/>
              <a:t>mkdir</a:t>
            </a:r>
            <a:r>
              <a:rPr lang="en-US"/>
              <a:t> students        # Create a directory named "students"</a:t>
            </a:r>
          </a:p>
          <a:p>
            <a:pPr marL="0" indent="0">
              <a:buNone/>
            </a:pPr>
            <a:r>
              <a:rPr lang="en-US"/>
              <a:t>cd students           # Move into the directory</a:t>
            </a:r>
          </a:p>
          <a:p>
            <a:pPr marL="0" indent="0">
              <a:buNone/>
            </a:pPr>
            <a:r>
              <a:rPr lang="en-US"/>
              <a:t>touch s1.txt s2.txt s3.txt s4.txt s5.txt   # Create 5 empty files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840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BB3B1-D4A8-D781-EE4B-F8B53D842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566EE-2689-DD6D-B855-6F3795094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/>
              <a:t>NAME:-VIRADIYA HET</a:t>
            </a:r>
          </a:p>
          <a:p>
            <a:pPr marL="0" indent="0" algn="ctr">
              <a:buNone/>
            </a:pPr>
            <a:r>
              <a:rPr lang="en-US"/>
              <a:t>ROLL NO:-57</a:t>
            </a:r>
          </a:p>
          <a:p>
            <a:pPr marL="0" indent="0" algn="ctr">
              <a:buNone/>
            </a:pPr>
            <a:r>
              <a:rPr lang="en-US"/>
              <a:t>DIV:-B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24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EBF2D-4F85-BA18-CDA7-E34404494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2)Write a shell script to accept a number from the user and display its multiplication table up to 10</a:t>
            </a:r>
            <a:endParaRPr lang="en-IN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EABD8-0394-F902-CA35-1B752746D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8692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sz="2900">
                <a:ea typeface="+mn-lt"/>
                <a:cs typeface="+mn-lt"/>
              </a:rPr>
              <a:t>#!/bin/bash</a:t>
            </a:r>
            <a:endParaRPr lang="en-US"/>
          </a:p>
          <a:p>
            <a:pPr marL="0" indent="0">
              <a:buNone/>
            </a:pPr>
            <a:r>
              <a:rPr lang="en-IN" sz="2900">
                <a:ea typeface="+mn-lt"/>
                <a:cs typeface="+mn-lt"/>
              </a:rPr>
              <a:t>read -p "Enter a number: " num</a:t>
            </a:r>
          </a:p>
          <a:p>
            <a:pPr marL="0" indent="0">
              <a:buNone/>
            </a:pPr>
            <a:r>
              <a:rPr lang="en-IN" sz="2900">
                <a:ea typeface="+mn-lt"/>
                <a:cs typeface="+mn-lt"/>
              </a:rPr>
              <a:t>echo "Multiplication table of $</a:t>
            </a:r>
            <a:r>
              <a:rPr lang="en-IN" sz="2900" err="1">
                <a:ea typeface="+mn-lt"/>
                <a:cs typeface="+mn-lt"/>
              </a:rPr>
              <a:t>num</a:t>
            </a:r>
            <a:r>
              <a:rPr lang="en-IN" sz="2900">
                <a:ea typeface="+mn-lt"/>
                <a:cs typeface="+mn-lt"/>
              </a:rPr>
              <a:t> is:"</a:t>
            </a:r>
          </a:p>
          <a:p>
            <a:pPr marL="0" indent="0">
              <a:buNone/>
            </a:pPr>
            <a:r>
              <a:rPr lang="en-IN" sz="2900">
                <a:ea typeface="+mn-lt"/>
                <a:cs typeface="+mn-lt"/>
              </a:rPr>
              <a:t>for ((i=1; i&lt;=10; i++))</a:t>
            </a:r>
            <a:endParaRPr lang="pt-BR"/>
          </a:p>
          <a:p>
            <a:pPr marL="0" indent="0">
              <a:buNone/>
            </a:pPr>
            <a:r>
              <a:rPr lang="en-IN" sz="2900">
                <a:ea typeface="+mn-lt"/>
                <a:cs typeface="+mn-lt"/>
              </a:rPr>
              <a:t>do</a:t>
            </a:r>
          </a:p>
          <a:p>
            <a:pPr marL="0" indent="0">
              <a:buNone/>
            </a:pPr>
            <a:r>
              <a:rPr lang="en-IN" sz="2900">
                <a:ea typeface="+mn-lt"/>
                <a:cs typeface="+mn-lt"/>
              </a:rPr>
              <a:t>result=$((</a:t>
            </a:r>
            <a:r>
              <a:rPr lang="en-IN" sz="2900" err="1">
                <a:ea typeface="+mn-lt"/>
                <a:cs typeface="+mn-lt"/>
              </a:rPr>
              <a:t>num</a:t>
            </a:r>
            <a:r>
              <a:rPr lang="en-IN" sz="2900">
                <a:ea typeface="+mn-lt"/>
                <a:cs typeface="+mn-lt"/>
              </a:rPr>
              <a:t> * i))</a:t>
            </a:r>
            <a:endParaRPr lang="pt-BR"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sz="2900">
                <a:ea typeface="+mn-lt"/>
                <a:cs typeface="+mn-lt"/>
              </a:rPr>
              <a:t>    echo "$</a:t>
            </a:r>
            <a:r>
              <a:rPr lang="en-IN" sz="2900" err="1">
                <a:ea typeface="+mn-lt"/>
                <a:cs typeface="+mn-lt"/>
              </a:rPr>
              <a:t>num</a:t>
            </a:r>
            <a:r>
              <a:rPr lang="en-IN" sz="2900">
                <a:ea typeface="+mn-lt"/>
                <a:cs typeface="+mn-lt"/>
              </a:rPr>
              <a:t> x $</a:t>
            </a:r>
            <a:r>
              <a:rPr lang="en-IN" sz="2900" err="1">
                <a:ea typeface="+mn-lt"/>
                <a:cs typeface="+mn-lt"/>
              </a:rPr>
              <a:t>i</a:t>
            </a:r>
            <a:r>
              <a:rPr lang="en-IN" sz="2900">
                <a:ea typeface="+mn-lt"/>
                <a:cs typeface="+mn-lt"/>
              </a:rPr>
              <a:t> = $result"</a:t>
            </a:r>
            <a:endParaRPr lang="pt-BR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900">
                <a:ea typeface="+mn-lt"/>
                <a:cs typeface="+mn-lt"/>
              </a:rPr>
              <a:t>done</a:t>
            </a:r>
          </a:p>
          <a:p>
            <a:endParaRPr lang="pt-BR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034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525AA-021C-CF69-1E50-D78144F0E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CEA12-7129-CD75-4F81-471B54AD9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/>
              <a:t>NAME:-DOBARIYA NAYAN</a:t>
            </a:r>
          </a:p>
          <a:p>
            <a:pPr marL="0" indent="0" algn="ctr">
              <a:buNone/>
            </a:pPr>
            <a:r>
              <a:rPr lang="en-US"/>
              <a:t>ROLL NO:-10</a:t>
            </a:r>
          </a:p>
          <a:p>
            <a:pPr marL="0" indent="0" algn="ctr">
              <a:buNone/>
            </a:pPr>
            <a:r>
              <a:rPr lang="en-US"/>
              <a:t>DIV:-B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90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C08D7-2571-426E-711D-9B605FBC0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3)Write a shell script that reads a filename from the user and prints whether the file is readable, writable, and executable.</a:t>
            </a:r>
            <a:endParaRPr lang="en-IN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3F308-E7E8-EB1D-2C24-034028031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845"/>
            <a:ext cx="10515600" cy="539517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IN">
                <a:ea typeface="+mn-lt"/>
                <a:cs typeface="+mn-lt"/>
              </a:rPr>
              <a:t>#!/bin/bash</a:t>
            </a:r>
            <a:endParaRPr lang="en-IN"/>
          </a:p>
          <a:p>
            <a:pPr>
              <a:buNone/>
            </a:pPr>
            <a:endParaRPr lang="en-IN"/>
          </a:p>
          <a:p>
            <a:pPr>
              <a:buNone/>
            </a:pPr>
            <a:r>
              <a:rPr lang="en-IN">
                <a:ea typeface="+mn-lt"/>
                <a:cs typeface="+mn-lt"/>
              </a:rPr>
              <a:t>echo -n "Enter filename: "   # ask user to enter a filename</a:t>
            </a:r>
            <a:endParaRPr lang="en-IN"/>
          </a:p>
          <a:p>
            <a:pPr>
              <a:buNone/>
            </a:pPr>
            <a:r>
              <a:rPr lang="en-IN">
                <a:ea typeface="+mn-lt"/>
                <a:cs typeface="+mn-lt"/>
              </a:rPr>
              <a:t>read filename                # read the filename input</a:t>
            </a:r>
            <a:endParaRPr lang="en-IN"/>
          </a:p>
          <a:p>
            <a:pPr>
              <a:buNone/>
            </a:pPr>
            <a:endParaRPr lang="en-IN"/>
          </a:p>
          <a:p>
            <a:pPr>
              <a:buNone/>
            </a:pPr>
            <a:r>
              <a:rPr lang="en-IN">
                <a:ea typeface="+mn-lt"/>
                <a:cs typeface="+mn-lt"/>
              </a:rPr>
              <a:t>if [ -e "$filename" ]; then  # check if file exists</a:t>
            </a:r>
            <a:endParaRPr lang="en-IN"/>
          </a:p>
          <a:p>
            <a:pPr>
              <a:buNone/>
            </a:pPr>
            <a:r>
              <a:rPr lang="en-IN">
                <a:ea typeface="+mn-lt"/>
                <a:cs typeface="+mn-lt"/>
              </a:rPr>
              <a:t>    [ -r "$filename" ] &amp;&amp; echo "File is readable" || echo "File is not readable"</a:t>
            </a:r>
          </a:p>
          <a:p>
            <a:pPr>
              <a:buNone/>
            </a:pPr>
            <a:r>
              <a:rPr lang="en-IN">
                <a:ea typeface="+mn-lt"/>
                <a:cs typeface="+mn-lt"/>
              </a:rPr>
              <a:t>    [ -w "$filename" ] &amp;&amp; echo "File is writable" || echo "File is not writable"</a:t>
            </a:r>
          </a:p>
          <a:p>
            <a:pPr>
              <a:buNone/>
            </a:pPr>
            <a:r>
              <a:rPr lang="en-IN">
                <a:ea typeface="+mn-lt"/>
                <a:cs typeface="+mn-lt"/>
              </a:rPr>
              <a:t>    [ -x "$filename" ] &amp;&amp; echo "File is executable" || echo "File is not executable"</a:t>
            </a:r>
          </a:p>
          <a:p>
            <a:pPr>
              <a:buNone/>
            </a:pPr>
            <a:r>
              <a:rPr lang="en-IN">
                <a:ea typeface="+mn-lt"/>
                <a:cs typeface="+mn-lt"/>
              </a:rPr>
              <a:t>else</a:t>
            </a:r>
          </a:p>
          <a:p>
            <a:pPr>
              <a:buNone/>
            </a:pPr>
            <a:r>
              <a:rPr lang="en-IN">
                <a:ea typeface="+mn-lt"/>
                <a:cs typeface="+mn-lt"/>
              </a:rPr>
              <a:t>    echo "File does not exist"</a:t>
            </a:r>
          </a:p>
          <a:p>
            <a:pPr>
              <a:buNone/>
            </a:pPr>
            <a:r>
              <a:rPr lang="en-IN">
                <a:ea typeface="+mn-lt"/>
                <a:cs typeface="+mn-lt"/>
              </a:rPr>
              <a:t>fi</a:t>
            </a:r>
          </a:p>
          <a:p>
            <a:pPr marL="0" indent="0">
              <a:buNone/>
            </a:pP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942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FA5F6-D383-5F18-5301-A0F584C2B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AFB80-EB56-F19A-1C04-467681436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err="1"/>
              <a:t>chmod</a:t>
            </a:r>
            <a:r>
              <a:rPr lang="en-US"/>
              <a:t> +x checkfile.sh</a:t>
            </a:r>
          </a:p>
          <a:p>
            <a:pPr marL="0" indent="0">
              <a:buNone/>
            </a:pPr>
            <a:r>
              <a:rPr lang="en-US"/>
              <a:t>./checkfile.sh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677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GROUP NO:-4</vt:lpstr>
      <vt:lpstr>PowerPoint Presentation</vt:lpstr>
      <vt:lpstr>PowerPoint Presentation</vt:lpstr>
      <vt:lpstr>PowerPoint Presentation</vt:lpstr>
      <vt:lpstr>2)Write a shell script to accept a number from the user and display its multiplication table up to 10</vt:lpstr>
      <vt:lpstr>PowerPoint Presentation</vt:lpstr>
      <vt:lpstr>3)Write a shell script that reads a filename from the user and prints whether the file is readable, writable, and executable.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Nayan Dobariya</dc:creator>
  <cp:revision>1</cp:revision>
  <dcterms:created xsi:type="dcterms:W3CDTF">2025-08-27T10:33:56Z</dcterms:created>
  <dcterms:modified xsi:type="dcterms:W3CDTF">2025-08-28T03:27:33Z</dcterms:modified>
</cp:coreProperties>
</file>